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54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82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4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811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1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51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1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75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4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0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7C1A8-3E30-4DAB-BAF6-9B6CE23DC6D9}" type="datetimeFigureOut">
              <a:rPr lang="en-US" smtClean="0"/>
              <a:t>29-Jun-26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6D52-2703-497B-A52B-AF1334958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839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@CyberDigitalTre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0"/>
                <a:alpha val="89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685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935" y="168480"/>
            <a:ext cx="3913239" cy="1011391"/>
          </a:xfrm>
        </p:spPr>
        <p:txBody>
          <a:bodyPr/>
          <a:lstStyle/>
          <a:p>
            <a:r>
              <a:rPr lang="en-US" dirty="0" err="1" smtClean="0"/>
              <a:t>CTD_techRat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444" y="1884619"/>
            <a:ext cx="12002729" cy="4801316"/>
          </a:xfrm>
        </p:spPr>
        <p:txBody>
          <a:bodyPr/>
          <a:lstStyle/>
          <a:p>
            <a:r>
              <a:rPr lang="en-US" dirty="0" smtClean="0"/>
              <a:t>Purpose of this tool</a:t>
            </a:r>
          </a:p>
          <a:p>
            <a:r>
              <a:rPr lang="en-US" dirty="0" smtClean="0"/>
              <a:t>Path entry into registry</a:t>
            </a:r>
          </a:p>
          <a:p>
            <a:r>
              <a:rPr lang="en-US" dirty="0" smtClean="0"/>
              <a:t>Directory traversing</a:t>
            </a:r>
          </a:p>
          <a:p>
            <a:r>
              <a:rPr lang="en-US" dirty="0" smtClean="0"/>
              <a:t>Screen sharing </a:t>
            </a:r>
          </a:p>
          <a:p>
            <a:r>
              <a:rPr lang="en-US" dirty="0" smtClean="0"/>
              <a:t>Download/ Upload file</a:t>
            </a:r>
          </a:p>
          <a:p>
            <a:r>
              <a:rPr lang="en-US" dirty="0" smtClean="0"/>
              <a:t>Run/Delete file</a:t>
            </a:r>
          </a:p>
          <a:p>
            <a:r>
              <a:rPr lang="en-US" dirty="0" smtClean="0"/>
              <a:t>Screen 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70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</a:t>
            </a:r>
            <a:r>
              <a:rPr lang="en-US" dirty="0" smtClean="0"/>
              <a:t>ouTube link: </a:t>
            </a:r>
            <a:r>
              <a:rPr lang="en-US" dirty="0" smtClean="0">
                <a:solidFill>
                  <a:srgbClr val="92D050"/>
                </a:solidFill>
                <a:hlinkClick r:id="rId2"/>
              </a:rPr>
              <a:t>https://www.youtube.com/@CyberDigitalTree</a:t>
            </a:r>
            <a:endParaRPr lang="en-US" dirty="0" smtClean="0">
              <a:solidFill>
                <a:srgbClr val="92D050"/>
              </a:solidFill>
            </a:endParaRPr>
          </a:p>
          <a:p>
            <a:pPr marL="0" indent="0">
              <a:buNone/>
            </a:pPr>
            <a:endParaRPr lang="en-US" dirty="0" smtClean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dirty="0" err="1" smtClean="0"/>
              <a:t>Github</a:t>
            </a:r>
            <a:r>
              <a:rPr lang="en-US" dirty="0" smtClean="0"/>
              <a:t> Account link: https://github.com/KT-US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5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36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CTD_techRat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CTD_techRat</dc:title>
  <dc:creator>behroz hassan virk</dc:creator>
  <cp:lastModifiedBy>behroz hassan virk</cp:lastModifiedBy>
  <cp:revision>4</cp:revision>
  <dcterms:created xsi:type="dcterms:W3CDTF">2026-06-29T17:30:47Z</dcterms:created>
  <dcterms:modified xsi:type="dcterms:W3CDTF">2026-06-29T18:10:25Z</dcterms:modified>
</cp:coreProperties>
</file>